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PetFood International · თბილისი / München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</a:t>
            </a:r>
            <a:r>
              <a:rPr>
                <a:latin typeface="Noto Sans Georgian"/>
              </a:rPr>
              <a:t>ცხოველების</a:t>
            </a:r>
            <a:r>
              <a:t> </a:t>
            </a:r>
            <a:r>
              <a:rPr>
                <a:latin typeface="Noto Sans Georgian"/>
              </a:rPr>
              <a:t>კვებისა</a:t>
            </a:r>
            <a:r>
              <a:t> </a:t>
            </a:r>
            <a:r>
              <a:rPr>
                <a:latin typeface="Noto Sans Georgian"/>
              </a:rPr>
              <a:t>და</a:t>
            </a:r>
            <a:r>
              <a:t> </a:t>
            </a:r>
            <a:r>
              <a:rPr>
                <a:latin typeface="Noto Sans Georgian"/>
              </a:rPr>
              <a:t>მოვლის</a:t>
            </a:r>
            <a:r>
              <a:t> </a:t>
            </a:r>
            <a:r>
              <a:rPr>
                <a:latin typeface="Noto Sans Georgian"/>
              </a:rPr>
              <a:t>ცენტრი</a:t>
            </a:r>
            <a:r>
              <a:t> · München / São Paulo / Αθήνα — Rustaveli Avenue 123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0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20439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557015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66674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675887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1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712463"/>
            <a:ext cx="256032" cy="256032"/>
          </a:xfrm>
          <a:prstGeom prst="rect">
            <a:avLst/>
          </a:prstGeom>
        </p:spPr>
      </p:pic>
      <p:sp>
        <p:nvSpPr>
          <p:cNvPr id="29" name="Review 1 type"/>
          <p:cNvSpPr txBox="1"/>
          <p:nvPr/>
        </p:nvSpPr>
        <p:spPr>
          <a:xfrm>
            <a:off x="4251960" y="373989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666744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666744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672583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709159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store"/>
          <p:cNvSpPr txBox="1"/>
          <p:nvPr/>
        </p:nvSpPr>
        <p:spPr>
          <a:xfrm>
            <a:off x="813816" y="4818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828031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2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864607"/>
            <a:ext cx="256032" cy="256032"/>
          </a:xfrm>
          <a:prstGeom prst="rect">
            <a:avLst/>
          </a:prstGeom>
        </p:spPr>
      </p:pic>
      <p:sp>
        <p:nvSpPr>
          <p:cNvPr id="37" name="Review 2 type"/>
          <p:cNvSpPr txBox="1"/>
          <p:nvPr/>
        </p:nvSpPr>
        <p:spPr>
          <a:xfrm>
            <a:off x="4251960" y="489204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2 evidence"/>
          <p:cNvSpPr txBox="1"/>
          <p:nvPr/>
        </p:nvSpPr>
        <p:spPr>
          <a:xfrm>
            <a:off x="5577840" y="4818888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2 action"/>
          <p:cNvSpPr txBox="1"/>
          <p:nvPr/>
        </p:nvSpPr>
        <p:spPr>
          <a:xfrm>
            <a:off x="8147304" y="4818888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3 store"/>
          <p:cNvSpPr txBox="1"/>
          <p:nvPr/>
        </p:nvSpPr>
        <p:spPr>
          <a:xfrm>
            <a:off x="813816" y="2514600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view 3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1" name="Review 3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4 store"/>
          <p:cNvSpPr txBox="1"/>
          <p:nvPr/>
        </p:nvSpPr>
        <p:spPr>
          <a:xfrm>
            <a:off x="813816" y="3493008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eview 4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29" name="Review 4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5 store"/>
          <p:cNvSpPr txBox="1"/>
          <p:nvPr/>
        </p:nvSpPr>
        <p:spPr>
          <a:xfrm>
            <a:off x="813816" y="4471416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Review 5 icon" descr="icon_critical_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37" name="Review 5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International · თბილისი / München Business Review</dc:title>
  <dc:subject>PetFood International · თბილისი / München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