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1" r:id="rId22"/>
    <p:sldId id="260" r:id="rId11"/>
    <p:sldId id="282" r:id="rId21"/>
    <p:sldId id="261" r:id="rId12"/>
    <p:sldId id="283" r:id="rId20"/>
    <p:sldId id="266" r:id="rId17"/>
    <p:sldId id="268" r:id="rId19"/>
    <p:sldId id="278" r:id="rId30"/>
    <p:sldId id="284" r:id="rId18"/>
    <p:sldId id="285" r:id="rId16"/>
    <p:sldId id="273" r:id="rId24"/>
    <p:sldId id="286" r:id="rId15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3.xml"/><Relationship Id="rId16" Type="http://schemas.openxmlformats.org/officeDocument/2006/relationships/slide" Target="slides/slide22.xml"/><Relationship Id="rId17" Type="http://schemas.openxmlformats.org/officeDocument/2006/relationships/slide" Target="slides/slide10.xml"/><Relationship Id="rId18" Type="http://schemas.openxmlformats.org/officeDocument/2006/relationships/slide" Target="slides/slide21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notesMaster" Target="notesMasters/notesMaster1.xml"/><Relationship Id="rId30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94529934810183"/>
          <c:min val="-1.189616568328141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2000.0</c:v>
                </c:pt>
                <c:pt idx="1">
                  <c:v>0.0</c:v>
                </c:pt>
                <c:pt idx="2">
                  <c:v>2000.0</c:v>
                </c:pt>
                <c:pt idx="3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200.0</c:v>
                </c:pt>
                <c:pt idx="1">
                  <c:v>0.0</c:v>
                </c:pt>
                <c:pt idx="2">
                  <c:v>200.0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1000.0</c:v>
                </c:pt>
                <c:pt idx="1">
                  <c:v>0.0</c:v>
                </c:pt>
                <c:pt idx="2">
                  <c:v>1000.0</c:v>
                </c:pt>
                <c:pt idx="3">
                  <c:v>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May 26</c:v>
                </c:pt>
                <c:pt idx="1">
                  <c:v>Jun 26</c:v>
                </c:pt>
                <c:pt idx="2">
                  <c:v>Jul 26</c:v>
                </c:pt>
                <c:pt idx="3">
                  <c:v>Aug 26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0.2</c:v>
                </c:pt>
                <c:pt idx="2">
                  <c:v>0.2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["NO_ACTIVITY"]}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["CLOSED"]}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-103.5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-103.5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1.4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1.38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100.0%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-100.0% vs previous month.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Benchmark unavailable.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42.5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5.0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3" name="Picture 12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0 stores displayed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No positive-GMV stores available for the current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მაღაზია — Store Activity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90.0%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05288" y="2345436"/>
            <a:ext cx="9590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Activity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store activity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Closure verification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NOT APPLICABLE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Lifecycle state · reference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 ROUTINE RECOVERY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Lifecycle state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n=0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n=0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Lifecycle / activity evidence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Inferred closed: 3 consecutive zero-uptime months after operating history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Lifecycle / activity action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Confirm closure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მაღაზია — Store Activity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0 icon" descr="icon_store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0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Activity review</a:t>
            </a:r>
          </a:p>
        </p:txBody>
      </p:sp>
      <p:sp>
        <p:nvSpPr>
          <p:cNvPr id="22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No sessions, order attempts or deliveries in reporting month</a:t>
            </a:r>
          </a:p>
        </p:txBody>
      </p:sp>
      <p:sp>
        <p:nvSpPr>
          <p:cNvPr id="23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Confirm listing status and investigate absent demand or order activity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 store"/>
          <p:cNvSpPr txBox="1"/>
          <p:nvPr/>
        </p:nvSpPr>
        <p:spPr>
          <a:xfrm>
            <a:off x="813816" y="3493008"/>
            <a:ext cx="3017520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Closure verification location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1 icon" descr="icon_store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29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Closure verification</a:t>
            </a:r>
          </a:p>
        </p:txBody>
      </p:sp>
      <p:sp>
        <p:nvSpPr>
          <p:cNvPr id="30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Inferred closed: 3 consecutive zero-uptime months after operating history</a:t>
            </a:r>
          </a:p>
        </p:txBody>
      </p:sp>
      <p:sp>
        <p:nvSpPr>
          <p:cNvPr id="31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Confirm lifecycle status before treating closure as permanent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