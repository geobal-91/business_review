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508760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75564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1508760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422392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76" y="1508760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9089136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