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508760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75564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08760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422392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508760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9089136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970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26280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77256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513832"/>
            <a:ext cx="256032" cy="256032"/>
          </a:xfrm>
          <a:prstGeom prst="rect">
            <a:avLst/>
          </a:prstGeom>
        </p:spPr>
      </p:pic>
      <p:sp>
        <p:nvSpPr>
          <p:cNvPr id="48" name="Review 3 type"/>
          <p:cNvSpPr txBox="1"/>
          <p:nvPr/>
        </p:nvSpPr>
        <p:spPr>
          <a:xfrm>
            <a:off x="4251960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508760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75564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08760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422392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508760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9089136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4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5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6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7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50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508760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75564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08760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422392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508760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9089136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8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6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9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9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4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0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2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1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50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508760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75564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08760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422392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508760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9089136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2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6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3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4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5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508760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75564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08760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422392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508760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9089136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6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7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8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9 icon" descr="icon_availability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9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9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50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3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3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8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0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3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3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4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4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9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4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4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5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5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8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0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5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5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6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6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9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1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6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6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საერთაშორისო პარტნიორი და შინაური ცხოველების მომსახურების ცენტრი Business Review</dc:title>
  <dc:subject>პეტფუდი — საერთაშორისო პარტნიორი და შინაური ცხოველების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