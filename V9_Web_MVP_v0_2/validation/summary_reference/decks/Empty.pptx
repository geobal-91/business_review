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20.0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16.710824014275204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.0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0.2640490936985056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52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0.9130246652046374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0.05342537960078331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0.03524329240563895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0.017563105531351875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694529934810183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8000.0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#,##0</c:formatCode>
                <c:ptCount val="1"/>
                <c:pt idx="0">
                  <c:v>400.0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1000.0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Sheet1!$A$2:$A$2</c:f>
              <c:strCache>
                <c:ptCount val="1"/>
                <c:pt idx="0">
                  <c:v>Aug 26</c:v>
                </c:pt>
              </c:strCache>
            </c:strRef>
          </c:cat>
          <c:val>
            <c:numRef>
              <c:f>Sheet1!$C$2:$C$2</c:f>
              <c:numCache>
                <c:formatCode>0.0%</c:formatCode>
                <c:ptCount val="1"/>
                <c:pt idx="0">
                  <c:v>0.4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7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0.06141932746366819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798451257027686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0.025352710300201548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329585233902620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Presentation identity title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PetFood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PETS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€152,169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5.3%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9,106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3.5%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0.3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7327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483396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240895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increased 5.3%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Both order volume and average basket supported growth.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improved by 0.3 pp to 26.4%.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PETS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PETS GMV changed +100.4%, while orders changed +73.2%.</a:t>
            </a:r>
          </a:p>
        </p:txBody>
      </p:sp>
      <p:pic>
        <p:nvPicPr>
          <p:cNvPr id="8" name="Picture 7" descr="sbu_p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€20.00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€16.71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19.7% better than PETS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26.4%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13.6 pp better than PETS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91.3%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6.7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Growth vs PETS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+5.3%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+3.5%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Not assessed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+1.8%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Comparison unavailable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08076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6E6E6E"/>
                </a:solidFill>
                <a:latin typeface="Montserrat"/>
              </a:defRPr>
            </a:pPr>
            <a:r>
              <a:t>Partner MoM: Not comparable — incomplete store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Share of PETS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PETS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PETS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PetFood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13.6 pp above PETS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MoM comparison unavailable.</a:t>
            </a:r>
          </a:p>
        </p:txBody>
      </p:sp>
      <p:sp>
        <p:nvSpPr>
          <p:cNvPr id="27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13.6 pp above PETS benchmark.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PETS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3.0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6.1 pp better than PETS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2.5 pp better than PETS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6.1%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€8,000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Pet supplies branch Y, Rustaveli Avenue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Tbilisi · 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€8,000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410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40.0%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26.4%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+13.6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34249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6.1%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-6.1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-2.5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+3.0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86668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87% · n=1,000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163796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93% · n=410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1755232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98% · n=410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183881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7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Business Review</dc:title>
  <dc:subject>PetFood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