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62" r:id="rId13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Jul 26</c:v>
                </c:pt>
                <c:pt idx="1">
                  <c:v>Aug 26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Sheet1!$A$2:$A$3</c:f>
              <c:strCache>
                <c:ptCount val="2"/>
                <c:pt idx="0">
                  <c:v>Jul 26</c:v>
                </c:pt>
                <c:pt idx="1">
                  <c:v>Aug 26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  <c:majorUnit val="1.0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ax val="1"/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  <c:majorUnit val="1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Jul 26</c:v>
                </c:pt>
                <c:pt idx="1">
                  <c:v>Aug 26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Sheet1!$A$2:$A$3</c:f>
              <c:strCache>
                <c:ptCount val="2"/>
                <c:pt idx="0">
                  <c:v>Jul 26</c:v>
                </c:pt>
                <c:pt idx="1">
                  <c:v>Aug 26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  <c:majorUnit val="1.0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ax val="1"/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one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["NO_ACTIVITY"]}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July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share of PETS GMV was unchanged vs previous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0/0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3" name="Picture 12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0 stores displayed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ZERO / Activity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month; no observed operating history—verify 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listing status and investigate absent demand or order activity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month; no observed operating history—verify activation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store activity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CVR: Not assessed. 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