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62" r:id="rId13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211.47172999999998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0.015957446808510637</c:v>
                </c:pt>
                <c:pt idx="5">
                  <c:v>0.015810276679841896</c:v>
                </c:pt>
                <c:pt idx="6">
                  <c:v>0.0</c:v>
                </c:pt>
                <c:pt idx="7">
                  <c:v>0.026490066225165563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71.9% vs prev. 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4290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995928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 during the month.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62856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• Partner CVR is 2.0 pp better than the selected JEWELRY benchmark (August 2026).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