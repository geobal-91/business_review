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99" r:id="rId33"/>
    <p:sldId id="260" r:id="rId11"/>
    <p:sldId id="300" r:id="rId23"/>
    <p:sldId id="261" r:id="rId12"/>
    <p:sldId id="301" r:id="rId22"/>
    <p:sldId id="266" r:id="rId17"/>
    <p:sldId id="268" r:id="rId19"/>
    <p:sldId id="292" r:id="rId44"/>
    <p:sldId id="302" r:id="rId21"/>
    <p:sldId id="303" r:id="rId20"/>
    <p:sldId id="304" r:id="rId18"/>
    <p:sldId id="305" r:id="rId16"/>
    <p:sldId id="306" r:id="rId15"/>
    <p:sldId id="307" r:id="rId14"/>
    <p:sldId id="308" r:id="rId13"/>
    <p:sldId id="309" r:id="rId51"/>
    <p:sldId id="278" r:id="rId29"/>
    <p:sldId id="279" r:id="rId30"/>
    <p:sldId id="310" r:id="rId52"/>
    <p:sldId id="311" r:id="rId53"/>
    <p:sldId id="312" r:id="rId54"/>
    <p:sldId id="313" r:id="rId55"/>
    <p:sldId id="280" r:id="rId31"/>
    <p:sldId id="281" r:id="rId32"/>
    <p:sldId id="298" r:id="rId50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2.xml"/><Relationship Id="rId15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10.xml"/><Relationship Id="rId18" Type="http://schemas.openxmlformats.org/officeDocument/2006/relationships/slide" Target="slides/slide39.xml"/><Relationship Id="rId19" Type="http://schemas.openxmlformats.org/officeDocument/2006/relationships/slide" Target="slides/slide11.xml"/><Relationship Id="rId20" Type="http://schemas.openxmlformats.org/officeDocument/2006/relationships/slide" Target="slides/slide38.xml"/><Relationship Id="rId21" Type="http://schemas.openxmlformats.org/officeDocument/2006/relationships/slide" Target="slides/slide37.xml"/><Relationship Id="rId22" Type="http://schemas.openxmlformats.org/officeDocument/2006/relationships/slide" Target="slides/slide9.xml"/><Relationship Id="rId23" Type="http://schemas.openxmlformats.org/officeDocument/2006/relationships/slide" Target="slides/slide7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5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12.xml"/><Relationship Id="rId50" Type="http://schemas.openxmlformats.org/officeDocument/2006/relationships/slide" Target="slides/slide27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32.32298136645963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19875776397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0.03244107071514183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26000.0</c:v>
                </c:pt>
                <c:pt idx="1">
                  <c:v>24000.0</c:v>
                </c:pt>
                <c:pt idx="2">
                  <c:v>26020.0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800.0</c:v>
                </c:pt>
                <c:pt idx="1">
                  <c:v>600.0</c:v>
                </c:pt>
                <c:pt idx="2">
                  <c:v>805.0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25000.0</c:v>
                </c:pt>
                <c:pt idx="1">
                  <c:v>24000.0</c:v>
                </c:pt>
                <c:pt idx="2">
                  <c:v>25030.0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0.032</c:v>
                </c:pt>
                <c:pt idx="1">
                  <c:v>0.025</c:v>
                </c:pt>
                <c:pt idx="2">
                  <c:v>0.03244107071514183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"CVR",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28.xml"/><Relationship Id="rId9" Type="http://schemas.openxmlformats.org/officeDocument/2006/relationships/slide" Target="slide35.xml"/><Relationship Id="rId10" Type="http://schemas.openxmlformats.org/officeDocument/2006/relationships/slide" Target="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25,030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Not assessed — incomplete store coverage.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Uptime coverage: 8/8 operating stores.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74136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02152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47288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47288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472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47288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078224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151376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15137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151376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782312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0328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55464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855464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855464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85546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48640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1441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59551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3592" y="5559551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55955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559551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48" name="Picture 4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6 stores displayed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€26,020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7 · Present 6 · Missing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9 · Present 8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hank You decorative visual" descr="Thank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0"/>
            <a:ext cx="10108692" cy="6739128"/>
          </a:xfrm>
          <a:prstGeom prst="rect">
            <a:avLst/>
          </a:prstGeom>
        </p:spPr>
      </p:pic>
      <p:sp>
        <p:nvSpPr>
          <p:cNvPr id="6" name="Closing main heading"/>
          <p:cNvSpPr txBox="1"/>
          <p:nvPr/>
        </p:nvSpPr>
        <p:spPr>
          <a:xfrm>
            <a:off x="822960" y="150876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7" name="Closing second heading"/>
          <p:cNvSpPr txBox="1"/>
          <p:nvPr/>
        </p:nvSpPr>
        <p:spPr>
          <a:xfrm>
            <a:off x="822960" y="2423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8" name="Closing message"/>
          <p:cNvSpPr txBox="1"/>
          <p:nvPr/>
        </p:nvSpPr>
        <p:spPr>
          <a:xfrm>
            <a:off x="822960" y="370332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9" name="Closing reporting period"/>
          <p:cNvSpPr txBox="1"/>
          <p:nvPr/>
        </p:nvSpPr>
        <p:spPr>
          <a:xfrm>
            <a:off x="822960" y="6099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9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Operational state and business classification are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35608"/>
            <a:ext cx="10972800" cy="356616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361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53619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53619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6727" y="153619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56231"/>
            <a:ext cx="10972800" cy="5349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 store: PRIVATE-ID-0">
            <a:hlinkClick action="ppaction://hlinksldjump" r:id="rId2"/>
          </p:cNvPr>
          <p:cNvSpPr txBox="1"/>
          <p:nvPr/>
        </p:nvSpPr>
        <p:spPr>
          <a:xfrm>
            <a:off x="658368" y="1911095"/>
            <a:ext cx="279806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7" name="V2.1 Overview 1: PRIVATE-ID-0"/>
          <p:cNvSpPr txBox="1"/>
          <p:nvPr/>
        </p:nvSpPr>
        <p:spPr>
          <a:xfrm>
            <a:off x="3566160" y="1911095"/>
            <a:ext cx="1051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8" name="V2.1 Overview 2: PRIVATE-ID-0"/>
          <p:cNvSpPr txBox="1"/>
          <p:nvPr/>
        </p:nvSpPr>
        <p:spPr>
          <a:xfrm>
            <a:off x="4727448" y="1911095"/>
            <a:ext cx="10698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9" name="V2.1 Overview 3: PRIVATE-ID-0"/>
          <p:cNvSpPr txBox="1"/>
          <p:nvPr/>
        </p:nvSpPr>
        <p:spPr>
          <a:xfrm>
            <a:off x="5907024" y="1911095"/>
            <a:ext cx="905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V2.1 Overview 4: PRIVATE-ID-0"/>
          <p:cNvSpPr txBox="1"/>
          <p:nvPr/>
        </p:nvSpPr>
        <p:spPr>
          <a:xfrm>
            <a:off x="692200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1" name="V2.1 Overview 5: PRIVATE-ID-0"/>
          <p:cNvSpPr txBox="1"/>
          <p:nvPr/>
        </p:nvSpPr>
        <p:spPr>
          <a:xfrm>
            <a:off x="779068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2" name="V2.1 Overview 6: PRIVATE-ID-0"/>
          <p:cNvSpPr txBox="1"/>
          <p:nvPr/>
        </p:nvSpPr>
        <p:spPr>
          <a:xfrm>
            <a:off x="865936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3" name="V2.1 Overview 7: PRIVATE-ID-0"/>
          <p:cNvSpPr txBox="1"/>
          <p:nvPr/>
        </p:nvSpPr>
        <p:spPr>
          <a:xfrm>
            <a:off x="952804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V2.1 Overview 8: PRIVATE-ID-0"/>
          <p:cNvSpPr txBox="1"/>
          <p:nvPr/>
        </p:nvSpPr>
        <p:spPr>
          <a:xfrm>
            <a:off x="10396727" y="1911095"/>
            <a:ext cx="112471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414015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view store: PRIVATE-ID-1">
            <a:hlinkClick action="ppaction://hlinksldjump" r:id="rId3"/>
          </p:cNvPr>
          <p:cNvSpPr txBox="1"/>
          <p:nvPr/>
        </p:nvSpPr>
        <p:spPr>
          <a:xfrm>
            <a:off x="658368" y="246887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V2.1 Overview 1: PRIVATE-ID-1"/>
          <p:cNvSpPr txBox="1"/>
          <p:nvPr/>
        </p:nvSpPr>
        <p:spPr>
          <a:xfrm>
            <a:off x="3566160" y="246887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V2.1 Overview 2: PRIVATE-ID-1"/>
          <p:cNvSpPr txBox="1"/>
          <p:nvPr/>
        </p:nvSpPr>
        <p:spPr>
          <a:xfrm>
            <a:off x="4727448" y="246887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29" name="V2.1 Overview 3: PRIVATE-ID-1"/>
          <p:cNvSpPr txBox="1"/>
          <p:nvPr/>
        </p:nvSpPr>
        <p:spPr>
          <a:xfrm>
            <a:off x="5907024" y="246887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0" name="V2.1 Overview 4: PRIVATE-ID-1"/>
          <p:cNvSpPr txBox="1"/>
          <p:nvPr/>
        </p:nvSpPr>
        <p:spPr>
          <a:xfrm>
            <a:off x="692200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1" name="V2.1 Overview 5: PRIVATE-ID-1"/>
          <p:cNvSpPr txBox="1"/>
          <p:nvPr/>
        </p:nvSpPr>
        <p:spPr>
          <a:xfrm>
            <a:off x="779068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2" name="V2.1 Overview 6: PRIVATE-ID-1"/>
          <p:cNvSpPr txBox="1"/>
          <p:nvPr/>
        </p:nvSpPr>
        <p:spPr>
          <a:xfrm>
            <a:off x="865936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3" name="V2.1 Overview 7: PRIVATE-ID-1"/>
          <p:cNvSpPr txBox="1"/>
          <p:nvPr/>
        </p:nvSpPr>
        <p:spPr>
          <a:xfrm>
            <a:off x="952804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34" name="V2.1 Overview 8: PRIVATE-ID-1"/>
          <p:cNvSpPr txBox="1"/>
          <p:nvPr/>
        </p:nvSpPr>
        <p:spPr>
          <a:xfrm>
            <a:off x="10396727" y="246887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1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 store: PRIVATE-ID-2">
            <a:hlinkClick action="ppaction://hlinksldjump" r:id="rId4"/>
          </p:cNvPr>
          <p:cNvSpPr txBox="1"/>
          <p:nvPr/>
        </p:nvSpPr>
        <p:spPr>
          <a:xfrm>
            <a:off x="658368" y="2871215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7" name="V2.1 Overview 1: PRIVATE-ID-2"/>
          <p:cNvSpPr txBox="1"/>
          <p:nvPr/>
        </p:nvSpPr>
        <p:spPr>
          <a:xfrm>
            <a:off x="3566160" y="2871215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8" name="V2.1 Overview 2: PRIVATE-ID-2"/>
          <p:cNvSpPr txBox="1"/>
          <p:nvPr/>
        </p:nvSpPr>
        <p:spPr>
          <a:xfrm>
            <a:off x="4727448" y="2871215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39" name="V2.1 Overview 3: PRIVATE-ID-2"/>
          <p:cNvSpPr txBox="1"/>
          <p:nvPr/>
        </p:nvSpPr>
        <p:spPr>
          <a:xfrm>
            <a:off x="5907024" y="2871215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0" name="V2.1 Overview 4: PRIVATE-ID-2"/>
          <p:cNvSpPr txBox="1"/>
          <p:nvPr/>
        </p:nvSpPr>
        <p:spPr>
          <a:xfrm>
            <a:off x="692200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41" name="V2.1 Overview 5: PRIVATE-ID-2"/>
          <p:cNvSpPr txBox="1"/>
          <p:nvPr/>
        </p:nvSpPr>
        <p:spPr>
          <a:xfrm>
            <a:off x="779068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42" name="V2.1 Overview 6: PRIVATE-ID-2"/>
          <p:cNvSpPr txBox="1"/>
          <p:nvPr/>
        </p:nvSpPr>
        <p:spPr>
          <a:xfrm>
            <a:off x="865936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43" name="V2.1 Overview 7: PRIVATE-ID-2"/>
          <p:cNvSpPr txBox="1"/>
          <p:nvPr/>
        </p:nvSpPr>
        <p:spPr>
          <a:xfrm>
            <a:off x="952804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4" name="V2.1 Overview 8: PRIVATE-ID-2"/>
          <p:cNvSpPr txBox="1"/>
          <p:nvPr/>
        </p:nvSpPr>
        <p:spPr>
          <a:xfrm>
            <a:off x="10396727" y="2871215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218687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 store: PRIVATE-ID-3">
            <a:hlinkClick action="ppaction://hlinksldjump" r:id="rId5"/>
          </p:cNvPr>
          <p:cNvSpPr txBox="1"/>
          <p:nvPr/>
        </p:nvSpPr>
        <p:spPr>
          <a:xfrm>
            <a:off x="658368" y="3273551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7" name="V2.1 Overview 1: PRIVATE-ID-3"/>
          <p:cNvSpPr txBox="1"/>
          <p:nvPr/>
        </p:nvSpPr>
        <p:spPr>
          <a:xfrm>
            <a:off x="3566160" y="327355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8" name="V2.1 Overview 2: PRIVATE-ID-3"/>
          <p:cNvSpPr txBox="1"/>
          <p:nvPr/>
        </p:nvSpPr>
        <p:spPr>
          <a:xfrm>
            <a:off x="4727448" y="3273551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49" name="V2.1 Overview 3: PRIVATE-ID-3"/>
          <p:cNvSpPr txBox="1"/>
          <p:nvPr/>
        </p:nvSpPr>
        <p:spPr>
          <a:xfrm>
            <a:off x="5907024" y="3273551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50" name="V2.1 Overview 4: PRIVATE-ID-3"/>
          <p:cNvSpPr txBox="1"/>
          <p:nvPr/>
        </p:nvSpPr>
        <p:spPr>
          <a:xfrm>
            <a:off x="692200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51" name="V2.1 Overview 5: PRIVATE-ID-3"/>
          <p:cNvSpPr txBox="1"/>
          <p:nvPr/>
        </p:nvSpPr>
        <p:spPr>
          <a:xfrm>
            <a:off x="779068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52" name="V2.1 Overview 6: PRIVATE-ID-3"/>
          <p:cNvSpPr txBox="1"/>
          <p:nvPr/>
        </p:nvSpPr>
        <p:spPr>
          <a:xfrm>
            <a:off x="865936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53" name="V2.1 Overview 7: PRIVATE-ID-3"/>
          <p:cNvSpPr txBox="1"/>
          <p:nvPr/>
        </p:nvSpPr>
        <p:spPr>
          <a:xfrm>
            <a:off x="952804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54" name="V2.1 Overview 8: PRIVATE-ID-3"/>
          <p:cNvSpPr txBox="1"/>
          <p:nvPr/>
        </p:nvSpPr>
        <p:spPr>
          <a:xfrm>
            <a:off x="10396727" y="3273551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621023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view store: PRIVATE-ID-4">
            <a:hlinkClick action="ppaction://hlinksldjump" r:id="rId6"/>
          </p:cNvPr>
          <p:cNvSpPr txBox="1"/>
          <p:nvPr/>
        </p:nvSpPr>
        <p:spPr>
          <a:xfrm>
            <a:off x="658368" y="3675887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57" name="V2.1 Overview 1: PRIVATE-ID-4"/>
          <p:cNvSpPr txBox="1"/>
          <p:nvPr/>
        </p:nvSpPr>
        <p:spPr>
          <a:xfrm>
            <a:off x="3566160" y="3675887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58" name="V2.1 Overview 2: PRIVATE-ID-4"/>
          <p:cNvSpPr txBox="1"/>
          <p:nvPr/>
        </p:nvSpPr>
        <p:spPr>
          <a:xfrm>
            <a:off x="4727448" y="3675887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59" name="V2.1 Overview 3: PRIVATE-ID-4"/>
          <p:cNvSpPr txBox="1"/>
          <p:nvPr/>
        </p:nvSpPr>
        <p:spPr>
          <a:xfrm>
            <a:off x="5907024" y="3675887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60" name="V2.1 Overview 4: PRIVATE-ID-4"/>
          <p:cNvSpPr txBox="1"/>
          <p:nvPr/>
        </p:nvSpPr>
        <p:spPr>
          <a:xfrm>
            <a:off x="692200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61" name="V2.1 Overview 5: PRIVATE-ID-4"/>
          <p:cNvSpPr txBox="1"/>
          <p:nvPr/>
        </p:nvSpPr>
        <p:spPr>
          <a:xfrm>
            <a:off x="779068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62" name="V2.1 Overview 6: PRIVATE-ID-4"/>
          <p:cNvSpPr txBox="1"/>
          <p:nvPr/>
        </p:nvSpPr>
        <p:spPr>
          <a:xfrm>
            <a:off x="865936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63" name="V2.1 Overview 7: PRIVATE-ID-4"/>
          <p:cNvSpPr txBox="1"/>
          <p:nvPr/>
        </p:nvSpPr>
        <p:spPr>
          <a:xfrm>
            <a:off x="952804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64" name="V2.1 Overview 8: PRIVATE-ID-4"/>
          <p:cNvSpPr txBox="1"/>
          <p:nvPr/>
        </p:nvSpPr>
        <p:spPr>
          <a:xfrm>
            <a:off x="10396727" y="3675887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023359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erview store: PRIVATE-ID-5">
            <a:hlinkClick action="ppaction://hlinksldjump" r:id="rId7"/>
          </p:cNvPr>
          <p:cNvSpPr txBox="1"/>
          <p:nvPr/>
        </p:nvSpPr>
        <p:spPr>
          <a:xfrm>
            <a:off x="658368" y="4078223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67" name="V2.1 Overview 1: PRIVATE-ID-5"/>
          <p:cNvSpPr txBox="1"/>
          <p:nvPr/>
        </p:nvSpPr>
        <p:spPr>
          <a:xfrm>
            <a:off x="3566160" y="4078223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68" name="V2.1 Overview 2: PRIVATE-ID-5"/>
          <p:cNvSpPr txBox="1"/>
          <p:nvPr/>
        </p:nvSpPr>
        <p:spPr>
          <a:xfrm>
            <a:off x="4727448" y="4078223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69" name="V2.1 Overview 3: PRIVATE-ID-5"/>
          <p:cNvSpPr txBox="1"/>
          <p:nvPr/>
        </p:nvSpPr>
        <p:spPr>
          <a:xfrm>
            <a:off x="5907024" y="4078223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70" name="V2.1 Overview 4: PRIVATE-ID-5"/>
          <p:cNvSpPr txBox="1"/>
          <p:nvPr/>
        </p:nvSpPr>
        <p:spPr>
          <a:xfrm>
            <a:off x="692200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71" name="V2.1 Overview 5: PRIVATE-ID-5"/>
          <p:cNvSpPr txBox="1"/>
          <p:nvPr/>
        </p:nvSpPr>
        <p:spPr>
          <a:xfrm>
            <a:off x="779068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72" name="V2.1 Overview 6: PRIVATE-ID-5"/>
          <p:cNvSpPr txBox="1"/>
          <p:nvPr/>
        </p:nvSpPr>
        <p:spPr>
          <a:xfrm>
            <a:off x="865936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73" name="V2.1 Overview 7: PRIVATE-ID-5"/>
          <p:cNvSpPr txBox="1"/>
          <p:nvPr/>
        </p:nvSpPr>
        <p:spPr>
          <a:xfrm>
            <a:off x="952804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74" name="V2.1 Overview 8: PRIVATE-ID-5"/>
          <p:cNvSpPr txBox="1"/>
          <p:nvPr/>
        </p:nvSpPr>
        <p:spPr>
          <a:xfrm>
            <a:off x="10396727" y="4078223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425696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 store: PRIVATE-AVAIL">
            <a:hlinkClick action="ppaction://hlinksldjump" r:id="rId8"/>
          </p:cNvPr>
          <p:cNvSpPr txBox="1"/>
          <p:nvPr/>
        </p:nvSpPr>
        <p:spPr>
          <a:xfrm>
            <a:off x="658368" y="448055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77" name="V2.1 Overview 1: PRIVATE-AVAIL"/>
          <p:cNvSpPr txBox="1"/>
          <p:nvPr/>
        </p:nvSpPr>
        <p:spPr>
          <a:xfrm>
            <a:off x="3566160" y="448055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78" name="V2.1 Overview 2: PRIVATE-AVAIL"/>
          <p:cNvSpPr txBox="1"/>
          <p:nvPr/>
        </p:nvSpPr>
        <p:spPr>
          <a:xfrm>
            <a:off x="4727448" y="448055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MONITOR</a:t>
            </a:r>
          </a:p>
        </p:txBody>
      </p:sp>
      <p:sp>
        <p:nvSpPr>
          <p:cNvPr id="79" name="V2.1 Overview 3: PRIVATE-AVAIL"/>
          <p:cNvSpPr txBox="1"/>
          <p:nvPr/>
        </p:nvSpPr>
        <p:spPr>
          <a:xfrm>
            <a:off x="5907024" y="448055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80" name="V2.1 Overview 4: PRIVATE-AVAIL"/>
          <p:cNvSpPr txBox="1"/>
          <p:nvPr/>
        </p:nvSpPr>
        <p:spPr>
          <a:xfrm>
            <a:off x="692200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81" name="V2.1 Overview 5: PRIVATE-AVAIL"/>
          <p:cNvSpPr txBox="1"/>
          <p:nvPr/>
        </p:nvSpPr>
        <p:spPr>
          <a:xfrm>
            <a:off x="779068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2" name="V2.1 Overview 6: PRIVATE-AVAIL"/>
          <p:cNvSpPr txBox="1"/>
          <p:nvPr/>
        </p:nvSpPr>
        <p:spPr>
          <a:xfrm>
            <a:off x="865936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3" name="V2.1 Overview 7: PRIVATE-AVAIL"/>
          <p:cNvSpPr txBox="1"/>
          <p:nvPr/>
        </p:nvSpPr>
        <p:spPr>
          <a:xfrm>
            <a:off x="952804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84" name="V2.1 Overview 8: PRIVATE-AVAIL"/>
          <p:cNvSpPr txBox="1"/>
          <p:nvPr/>
        </p:nvSpPr>
        <p:spPr>
          <a:xfrm>
            <a:off x="10396727" y="448055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4828032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 store: PRIVATE-MISSING">
            <a:hlinkClick action="ppaction://hlinksldjump" r:id="rId9"/>
          </p:cNvPr>
          <p:cNvSpPr txBox="1"/>
          <p:nvPr/>
        </p:nvSpPr>
        <p:spPr>
          <a:xfrm>
            <a:off x="658368" y="4882896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87" name="V2.1 Overview 1: PRIVATE-MISSING"/>
          <p:cNvSpPr txBox="1"/>
          <p:nvPr/>
        </p:nvSpPr>
        <p:spPr>
          <a:xfrm>
            <a:off x="3566160" y="488289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88" name="V2.1 Overview 2: PRIVATE-MISSING"/>
          <p:cNvSpPr txBox="1"/>
          <p:nvPr/>
        </p:nvSpPr>
        <p:spPr>
          <a:xfrm>
            <a:off x="4727448" y="4882896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89" name="V2.1 Overview 3: PRIVATE-MISSING"/>
          <p:cNvSpPr txBox="1"/>
          <p:nvPr/>
        </p:nvSpPr>
        <p:spPr>
          <a:xfrm>
            <a:off x="5907024" y="4882896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90" name="V2.1 Overview 4: PRIVATE-MISSING"/>
          <p:cNvSpPr txBox="1"/>
          <p:nvPr/>
        </p:nvSpPr>
        <p:spPr>
          <a:xfrm>
            <a:off x="692200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91" name="V2.1 Overview 5: PRIVATE-MISSING"/>
          <p:cNvSpPr txBox="1"/>
          <p:nvPr/>
        </p:nvSpPr>
        <p:spPr>
          <a:xfrm>
            <a:off x="779068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2" name="V2.1 Overview 6: PRIVATE-MISSING"/>
          <p:cNvSpPr txBox="1"/>
          <p:nvPr/>
        </p:nvSpPr>
        <p:spPr>
          <a:xfrm>
            <a:off x="865936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93" name="V2.1 Overview 7: PRIVATE-MISSING"/>
          <p:cNvSpPr txBox="1"/>
          <p:nvPr/>
        </p:nvSpPr>
        <p:spPr>
          <a:xfrm>
            <a:off x="952804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94" name="V2.1 Overview 8: PRIVATE-MISSING"/>
          <p:cNvSpPr txBox="1"/>
          <p:nvPr/>
        </p:nvSpPr>
        <p:spPr>
          <a:xfrm>
            <a:off x="10396727" y="4882896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5230368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erview store: PRIVATE-OLD">
            <a:hlinkClick action="ppaction://hlinksldjump" r:id="rId10"/>
          </p:cNvPr>
          <p:cNvSpPr txBox="1"/>
          <p:nvPr/>
        </p:nvSpPr>
        <p:spPr>
          <a:xfrm>
            <a:off x="658368" y="5285232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97" name="V2.1 Overview 1: PRIVATE-OLD"/>
          <p:cNvSpPr txBox="1"/>
          <p:nvPr/>
        </p:nvSpPr>
        <p:spPr>
          <a:xfrm>
            <a:off x="3566160" y="528523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98" name="V2.1 Overview 2: PRIVATE-OLD"/>
          <p:cNvSpPr txBox="1"/>
          <p:nvPr/>
        </p:nvSpPr>
        <p:spPr>
          <a:xfrm>
            <a:off x="4727448" y="5285232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99" name="V2.1 Overview 3: PRIVATE-OLD"/>
          <p:cNvSpPr txBox="1"/>
          <p:nvPr/>
        </p:nvSpPr>
        <p:spPr>
          <a:xfrm>
            <a:off x="5907024" y="52852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0" name="V2.1 Overview 4: PRIVATE-OLD"/>
          <p:cNvSpPr txBox="1"/>
          <p:nvPr/>
        </p:nvSpPr>
        <p:spPr>
          <a:xfrm>
            <a:off x="692200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1" name="V2.1 Overview 5: PRIVATE-OLD"/>
          <p:cNvSpPr txBox="1"/>
          <p:nvPr/>
        </p:nvSpPr>
        <p:spPr>
          <a:xfrm>
            <a:off x="779068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2" name="V2.1 Overview 6: PRIVATE-OLD"/>
          <p:cNvSpPr txBox="1"/>
          <p:nvPr/>
        </p:nvSpPr>
        <p:spPr>
          <a:xfrm>
            <a:off x="865936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3" name="V2.1 Overview 7: PRIVATE-OLD"/>
          <p:cNvSpPr txBox="1"/>
          <p:nvPr/>
        </p:nvSpPr>
        <p:spPr>
          <a:xfrm>
            <a:off x="952804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4" name="V2.1 Overview 8: PRIVATE-OLD"/>
          <p:cNvSpPr txBox="1"/>
          <p:nvPr/>
        </p:nvSpPr>
        <p:spPr>
          <a:xfrm>
            <a:off x="10396727" y="5285232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409944"/>
            <a:ext cx="11018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Select a store for Diagnostics. ACTION may be below Priority 5.0 through a documented V2.1 override.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-7.0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93777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-6.4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6680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-0.0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9982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2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#3 · Pet supplies branch 2, Rustaveli Avenue 15</a:t>
            </a:r>
          </a:p>
        </p:txBody>
      </p:sp>
      <p:sp>
        <p:nvSpPr>
          <p:cNvPr id="8" name="V2.1 action field 0: PRIVATE-ID-2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2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2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2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2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2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3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#4 · Pet supplies branch 3, Rustaveli Avenue 15</a:t>
            </a:r>
          </a:p>
        </p:txBody>
      </p:sp>
      <p:sp>
        <p:nvSpPr>
          <p:cNvPr id="16" name="V2.1 action field 0: PRIVATE-ID-3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3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3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3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3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3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4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#5 · Pet supplies branch 4, Rustaveli Avenue 15</a:t>
            </a:r>
          </a:p>
        </p:txBody>
      </p:sp>
      <p:sp>
        <p:nvSpPr>
          <p:cNvPr id="8" name="V2.1 action field 0: PRIVATE-ID-4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4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4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4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4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4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5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#6 · Pet supplies branch 5, Rustaveli Avenue 15</a:t>
            </a:r>
          </a:p>
        </p:txBody>
      </p:sp>
      <p:sp>
        <p:nvSpPr>
          <p:cNvPr id="16" name="V2.1 action field 0: PRIVATE-ID-5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5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5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5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5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5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493008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3425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7083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store"/>
          <p:cNvSpPr txBox="1"/>
          <p:nvPr/>
        </p:nvSpPr>
        <p:spPr>
          <a:xfrm>
            <a:off x="813816" y="448056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970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26280"/>
            <a:ext cx="256032" cy="256032"/>
          </a:xfrm>
          <a:prstGeom prst="rect">
            <a:avLst/>
          </a:prstGeom>
        </p:spPr>
      </p:pic>
      <p:sp>
        <p:nvSpPr>
          <p:cNvPr id="40" name="Review 2 type"/>
          <p:cNvSpPr txBox="1"/>
          <p:nvPr/>
        </p:nvSpPr>
        <p:spPr>
          <a:xfrm>
            <a:off x="4251960" y="455371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2 evidence"/>
          <p:cNvSpPr txBox="1"/>
          <p:nvPr/>
        </p:nvSpPr>
        <p:spPr>
          <a:xfrm>
            <a:off x="5577840" y="448056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2 action"/>
          <p:cNvSpPr txBox="1"/>
          <p:nvPr/>
        </p:nvSpPr>
        <p:spPr>
          <a:xfrm>
            <a:off x="8147304" y="448056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2180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5838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3 store"/>
          <p:cNvSpPr txBox="1"/>
          <p:nvPr/>
        </p:nvSpPr>
        <p:spPr>
          <a:xfrm>
            <a:off x="813816" y="546811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77256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513832"/>
            <a:ext cx="256032" cy="256032"/>
          </a:xfrm>
          <a:prstGeom prst="rect">
            <a:avLst/>
          </a:prstGeom>
        </p:spPr>
      </p:pic>
      <p:sp>
        <p:nvSpPr>
          <p:cNvPr id="48" name="Review 3 type"/>
          <p:cNvSpPr txBox="1"/>
          <p:nvPr/>
        </p:nvSpPr>
        <p:spPr>
          <a:xfrm>
            <a:off x="4251960" y="554126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3 evidence"/>
          <p:cNvSpPr txBox="1"/>
          <p:nvPr/>
        </p:nvSpPr>
        <p:spPr>
          <a:xfrm>
            <a:off x="5577840" y="546811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3 action"/>
          <p:cNvSpPr txBox="1"/>
          <p:nvPr/>
        </p:nvSpPr>
        <p:spPr>
          <a:xfrm>
            <a:off x="8147304" y="546811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4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4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4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4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5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5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5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5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6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6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6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6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7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7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7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50" name="Review 7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8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8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8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6" name="Review 8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9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9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9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9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4" name="Review 9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0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0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0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0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42" name="Review 10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1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1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1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50" name="Review 11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2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2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2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6" name="Review 12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3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3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3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3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4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4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4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14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5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5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5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15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6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6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6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16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7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7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7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17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8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8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8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18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9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9 icon" descr="icon_availability_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9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Availability review</a:t>
            </a:r>
          </a:p>
        </p:txBody>
      </p:sp>
      <p:sp>
        <p:nvSpPr>
          <p:cNvPr id="49" name="Review 19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Uptime 88.0% vs target 95.0%</a:t>
            </a:r>
          </a:p>
        </p:txBody>
      </p:sp>
      <p:sp>
        <p:nvSpPr>
          <p:cNvPr id="50" name="Review 19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1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1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8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0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1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1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2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2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9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1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2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2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3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3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3</a:t>
            </a:r>
          </a:p>
        </p:txBody>
      </p:sp>
      <p:sp>
        <p:nvSpPr>
          <p:cNvPr id="8" name="Plan action 3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3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10" name="Plan action 3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3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3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3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3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3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3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3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3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3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3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3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3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3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3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4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4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4</a:t>
            </a:r>
          </a:p>
        </p:txBody>
      </p:sp>
      <p:sp>
        <p:nvSpPr>
          <p:cNvPr id="29" name="Plan action 4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4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Plan action 4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4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4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4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4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4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4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4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4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4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4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4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4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4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4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5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5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5</a:t>
            </a:r>
          </a:p>
        </p:txBody>
      </p:sp>
      <p:sp>
        <p:nvSpPr>
          <p:cNvPr id="8" name="Plan action 5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5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10" name="Plan action 5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5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5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5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5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5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5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5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5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5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5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5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5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5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5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6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6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6</a:t>
            </a:r>
          </a:p>
        </p:txBody>
      </p:sp>
      <p:sp>
        <p:nvSpPr>
          <p:cNvPr id="29" name="Plan action 6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6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1" name="Plan action 6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6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6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6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6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6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6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6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6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6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6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6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6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6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6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საერთაშორისო პარტნიორი და შინაური ცხოველების მომსახურების ცენტრი Business Review</dc:title>
  <dc:subject>პეტფუდი — საერთაშორისო პარტნიორი და შინაური ცხოველების მომსახურების ცენტრი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