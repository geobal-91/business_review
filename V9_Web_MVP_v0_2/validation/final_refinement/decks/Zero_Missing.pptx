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72407121855776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"PNA",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-105.3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-103.5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-105.3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-103.5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2.8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2.77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-100.0% vs previous month.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0/1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3" name="Picture 12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0 stores displayed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pic>
        <p:nvPicPr>
          <p:cNvPr id="77" name="Picture 76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Uptime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4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