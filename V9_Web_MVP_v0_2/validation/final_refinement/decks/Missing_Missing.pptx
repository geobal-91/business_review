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"PNA",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0.1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0.14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0/1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€4,000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pic>
        <p:nvPicPr>
          <p:cNvPr id="77" name="Picture 76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Activity counts are incomplete; missing is not zero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4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