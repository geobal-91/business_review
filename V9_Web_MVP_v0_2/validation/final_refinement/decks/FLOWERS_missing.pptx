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73" r:id="rId24"/>
    <p:sldId id="274" r:id="rId25"/>
    <p:sldId id="287" r:id="rId1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Opening-hours hygiene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