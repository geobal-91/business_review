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"PNA",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0.1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0.14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0/1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€4,000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pic>
        <p:nvPicPr>
          <p:cNvPr id="77" name="Picture 76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Uptime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32104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Uptime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5584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9242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50215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1129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57530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50215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50215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43400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79976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489704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9884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56285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489704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489704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30952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3 store"/>
          <p:cNvSpPr txBox="1"/>
          <p:nvPr/>
        </p:nvSpPr>
        <p:spPr>
          <a:xfrm>
            <a:off x="813816" y="5477256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8640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3 type"/>
          <p:cNvSpPr txBox="1"/>
          <p:nvPr/>
        </p:nvSpPr>
        <p:spPr>
          <a:xfrm>
            <a:off x="4087368" y="555040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3 evidence"/>
          <p:cNvSpPr txBox="1"/>
          <p:nvPr/>
        </p:nvSpPr>
        <p:spPr>
          <a:xfrm>
            <a:off x="5577840" y="5477256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3" name="Review 3 action"/>
          <p:cNvSpPr txBox="1"/>
          <p:nvPr/>
        </p:nvSpPr>
        <p:spPr>
          <a:xfrm>
            <a:off x="8147304" y="5477256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