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Opportunity store: PRIVATE-ID-1"/>
          <p:cNvSpPr txBox="1"/>
          <p:nvPr/>
        </p:nvSpPr>
        <p:spPr>
          <a:xfrm>
            <a:off x="841248" y="45720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#2 · 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" y="4572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</a:t>
            </a:r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15544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#2 · 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1554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265176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rPr sz="1050">
                <a:latin typeface="Montserrat"/>
              </a:rPr>
              <a:t>#2 · 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" y="26517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3749039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Arial"/>
              </a:defRPr>
            </a:pPr>
            <a:r>
              <a:t>#2 · 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" y="3749039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84632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#2 · 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