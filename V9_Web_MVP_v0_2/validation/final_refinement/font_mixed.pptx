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87" r:id="rId15"/>
    <p:sldId id="274" r:id="rId25"/>
    <p:sldId id="288" r:id="rId14"/>
    <p:sldId id="289" r:id="rId13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18.xml"/><Relationship Id="rId14" Type="http://schemas.openxmlformats.org/officeDocument/2006/relationships/slide" Target="slides/slide17.xml"/><Relationship Id="rId15" Type="http://schemas.openxmlformats.org/officeDocument/2006/relationships/slide" Target="slides/slide15.xml"/><Relationship Id="rId16" Type="http://schemas.openxmlformats.org/officeDocument/2006/relationships/slide" Target="slides/slide14.xml"/><Relationship Id="rId17" Type="http://schemas.openxmlformats.org/officeDocument/2006/relationships/slide" Target="slides/slide10.xml"/><Relationship Id="rId18" Type="http://schemas.openxmlformats.org/officeDocument/2006/relationships/slide" Target="slides/slide13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6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</a:t>
            </a:r>
            <a:r>
              <a:rPr>
                <a:latin typeface="Noto Sans Georgian"/>
              </a:rPr>
              <a:t>ცხოველების</a:t>
            </a:r>
            <a:r>
              <a:t> </a:t>
            </a:r>
            <a:r>
              <a:rPr>
                <a:latin typeface="Noto Sans Georgian"/>
              </a:rPr>
              <a:t>კვებისა</a:t>
            </a:r>
            <a:r>
              <a:t> </a:t>
            </a:r>
            <a:r>
              <a:rPr>
                <a:latin typeface="Noto Sans Georgian"/>
              </a:rPr>
              <a:t>და</a:t>
            </a:r>
            <a:r>
              <a:t> </a:t>
            </a:r>
            <a:r>
              <a:rPr>
                <a:latin typeface="Noto Sans Georgian"/>
              </a:rPr>
              <a:t>მოვლის</a:t>
            </a:r>
            <a:r>
              <a:t> </a:t>
            </a:r>
            <a:r>
              <a:rPr>
                <a:latin typeface="Noto Sans Georgian"/>
              </a:rPr>
              <a:t>ცენტრი</a:t>
            </a:r>
            <a:r>
              <a:t> · München / São Paulo / Αθήνα — Rustaveli Avenue 123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20439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557015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66674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675887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73989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666744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666744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672583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709159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81888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828031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89204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818888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818888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3 store"/>
          <p:cNvSpPr txBox="1"/>
          <p:nvPr/>
        </p:nvSpPr>
        <p:spPr>
          <a:xfrm>
            <a:off x="813816" y="2514600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3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3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3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4 store"/>
          <p:cNvSpPr txBox="1"/>
          <p:nvPr/>
        </p:nvSpPr>
        <p:spPr>
          <a:xfrm>
            <a:off x="813816" y="3493008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4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4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4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5 store"/>
          <p:cNvSpPr txBox="1"/>
          <p:nvPr/>
        </p:nvSpPr>
        <p:spPr>
          <a:xfrm>
            <a:off x="813816" y="4471416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5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5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5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2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6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8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2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International · თბილისი / München Business Review</dc:title>
  <dc:subject>PetFood International · თბილისი / München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