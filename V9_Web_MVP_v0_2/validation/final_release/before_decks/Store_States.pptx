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1" r:id="rId22"/>
    <p:sldId id="260" r:id="rId11"/>
    <p:sldId id="282" r:id="rId21"/>
    <p:sldId id="261" r:id="rId12"/>
    <p:sldId id="283" r:id="rId20"/>
    <p:sldId id="266" r:id="rId17"/>
    <p:sldId id="268" r:id="rId19"/>
    <p:sldId id="278" r:id="rId30"/>
    <p:sldId id="284" r:id="rId18"/>
    <p:sldId id="285" r:id="rId16"/>
    <p:sldId id="273" r:id="rId24"/>
    <p:sldId id="286" r:id="rId15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3.xml"/><Relationship Id="rId16" Type="http://schemas.openxmlformats.org/officeDocument/2006/relationships/slide" Target="slides/slide22.xml"/><Relationship Id="rId17" Type="http://schemas.openxmlformats.org/officeDocument/2006/relationships/slide" Target="slides/slide10.xml"/><Relationship Id="rId18" Type="http://schemas.openxmlformats.org/officeDocument/2006/relationships/slide" Target="slides/slide21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2000.0</c:v>
                </c:pt>
                <c:pt idx="1">
                  <c:v>0.0</c:v>
                </c:pt>
                <c:pt idx="2">
                  <c:v>2000.0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200.0</c:v>
                </c:pt>
                <c:pt idx="1">
                  <c:v>0.0</c:v>
                </c:pt>
                <c:pt idx="2">
                  <c:v>200.0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1000.0</c:v>
                </c:pt>
                <c:pt idx="1">
                  <c:v>0.0</c:v>
                </c:pt>
                <c:pt idx="2">
                  <c:v>1000.0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0.2</c:v>
                </c:pt>
                <c:pt idx="2">
                  <c:v>0.2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["CLOSED"]}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1.38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-100.0%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Benchmark unavailable.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42.5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05288" y="2345436"/>
            <a:ext cx="9590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Confirm closure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Activity review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Closure verification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lifecycle status before treating closure as permanent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