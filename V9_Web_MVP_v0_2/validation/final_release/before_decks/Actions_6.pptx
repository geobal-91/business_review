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Invet Zoo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8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50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6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9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4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2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50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6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9 icon" descr="icon_availability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9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50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Invet Zoo Business Review</dc:title>
  <dc:subject>Invet Zoo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