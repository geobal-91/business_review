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400.0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1000.0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teal rail"/>
          <p:cNvSpPr/>
          <p:nvPr/>
        </p:nvSpPr>
        <p:spPr>
          <a:xfrm>
            <a:off x="0" y="0"/>
            <a:ext cx="1613916" cy="6858000"/>
          </a:xfrm>
          <a:prstGeom prst="rect">
            <a:avLst/>
          </a:prstGeom>
          <a:gradFill rotWithShape="1">
            <a:gsLst>
              <a:gs pos="0">
                <a:srgbClr val="00A587"/>
              </a:gs>
              <a:gs pos="100000">
                <a:srgbClr val="00B798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yellow accent"/>
          <p:cNvSpPr/>
          <p:nvPr/>
        </p:nvSpPr>
        <p:spPr>
          <a:xfrm>
            <a:off x="1508760" y="2368296"/>
            <a:ext cx="214884" cy="1399032"/>
          </a:xfrm>
          <a:prstGeom prst="rect">
            <a:avLst/>
          </a:prstGeom>
          <a:solidFill>
            <a:srgbClr val="FFD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esentation identity title"/>
          <p:cNvSpPr txBox="1"/>
          <p:nvPr/>
        </p:nvSpPr>
        <p:spPr>
          <a:xfrm>
            <a:off x="2020824" y="2423160"/>
            <a:ext cx="7635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PetFood</a:t>
            </a:r>
          </a:p>
        </p:txBody>
      </p:sp>
      <p:sp>
        <p:nvSpPr>
          <p:cNvPr id="5" name="Cover review heading"/>
          <p:cNvSpPr txBox="1"/>
          <p:nvPr/>
        </p:nvSpPr>
        <p:spPr>
          <a:xfrm>
            <a:off x="2020824" y="3191256"/>
            <a:ext cx="76352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400" b="0">
                <a:solidFill>
                  <a:srgbClr val="232323"/>
                </a:solidFill>
                <a:latin typeface="Montserrat"/>
              </a:defRPr>
            </a:pPr>
            <a:r>
              <a:t>Business Review</a:t>
            </a:r>
          </a:p>
        </p:txBody>
      </p:sp>
      <p:sp>
        <p:nvSpPr>
          <p:cNvPr id="6" name="Cover reporting period"/>
          <p:cNvSpPr txBox="1"/>
          <p:nvPr/>
        </p:nvSpPr>
        <p:spPr>
          <a:xfrm>
            <a:off x="2020824" y="4297680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7" name="Bookend Glovo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1" y="676656"/>
            <a:ext cx="1865376" cy="611843"/>
          </a:xfrm>
          <a:prstGeom prst="rect">
            <a:avLst/>
          </a:prstGeom>
        </p:spPr>
      </p:pic>
      <p:sp>
        <p:nvSpPr>
          <p:cNvPr id="8" name="Cover logo divider"/>
          <p:cNvSpPr/>
          <p:nvPr/>
        </p:nvSpPr>
        <p:spPr>
          <a:xfrm>
            <a:off x="10341864" y="877824"/>
            <a:ext cx="7315" cy="356616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over uploaded partner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901598"/>
            <a:ext cx="914400" cy="299923"/>
          </a:xfrm>
          <a:prstGeom prst="rect">
            <a:avLst/>
          </a:prstGeom>
        </p:spPr>
      </p:pic>
      <p:sp>
        <p:nvSpPr>
          <p:cNvPr id="10" name="Cover SBU"/>
          <p:cNvSpPr txBox="1"/>
          <p:nvPr/>
        </p:nvSpPr>
        <p:spPr>
          <a:xfrm>
            <a:off x="6675120" y="623620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defRPr sz="14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13.6 pp above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13.6 pp above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3.0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hank You decorative visual" descr="Thank_You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  <a:alphaModFix amt="26000"/>
          </a:blip>
          <a:stretch>
            <a:fillRect/>
          </a:stretch>
        </p:blipFill>
        <p:spPr>
          <a:xfrm>
            <a:off x="1904695" y="0"/>
            <a:ext cx="10287000" cy="6858000"/>
          </a:xfrm>
          <a:prstGeom prst="rect">
            <a:avLst/>
          </a:prstGeom>
        </p:spPr>
      </p:pic>
      <p:sp>
        <p:nvSpPr>
          <p:cNvPr id="3" name="Closing main heading"/>
          <p:cNvSpPr txBox="1"/>
          <p:nvPr/>
        </p:nvSpPr>
        <p:spPr>
          <a:xfrm>
            <a:off x="1325880" y="2295144"/>
            <a:ext cx="68580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5000" b="1">
                <a:solidFill>
                  <a:srgbClr val="00A082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4" name="Closing second heading"/>
          <p:cNvSpPr txBox="1"/>
          <p:nvPr/>
        </p:nvSpPr>
        <p:spPr>
          <a:xfrm>
            <a:off x="1325880" y="3099816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000" b="0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5" name="Closing message"/>
          <p:cNvSpPr txBox="1"/>
          <p:nvPr/>
        </p:nvSpPr>
        <p:spPr>
          <a:xfrm>
            <a:off x="1325880" y="4306824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6" name="Closing period pill"/>
          <p:cNvSpPr/>
          <p:nvPr/>
        </p:nvSpPr>
        <p:spPr>
          <a:xfrm>
            <a:off x="1325880" y="5724144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sing reporting period"/>
          <p:cNvSpPr txBox="1"/>
          <p:nvPr/>
        </p:nvSpPr>
        <p:spPr>
          <a:xfrm>
            <a:off x="1371600" y="575157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8" name="Bookend Glovo logo" descr="image.png"/>
          <p:cNvPicPr>
            <a:picLocks noChangeAspect="1"/>
          </p:cNvPicPr>
          <p:nvPr/>
        </p:nvPicPr>
        <p:blipFill>
          <a:blip r:embed="rId4">
            <a:clrChange useA="1">
              <a:clrFrom>
                <a:srgbClr val="F1CC37"/>
              </a:clrFrom>
              <a:clrTo>
                <a:srgbClr val="FFFFFF"/>
              </a:clrTo>
            </a:clrChange>
          </a:blip>
          <a:stretch>
            <a:fillRect/>
          </a:stretch>
        </p:blipFill>
        <p:spPr>
          <a:xfrm>
            <a:off x="8193024" y="1078992"/>
            <a:ext cx="1828800" cy="5998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86668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7552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3881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7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