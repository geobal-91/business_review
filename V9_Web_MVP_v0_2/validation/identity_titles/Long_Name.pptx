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211.47173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0.01595744680851064</c:v>
                </c:pt>
                <c:pt idx="5">
                  <c:v>0.0158102766798419</c:v>
                </c:pt>
                <c:pt idx="6">
                  <c:v>0.0</c:v>
                </c:pt>
                <c:pt idx="7">
                  <c:v>0.02649006622516556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1783080"/>
            <a:ext cx="7635240" cy="1353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&amp; Friends — Premium Pet Nutrition, Accessories and Veterinary Care Georgia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&amp; Friends — Premium Pet Nutrition, Accessories and Veterinary Care Georgia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&amp; Friends — Premium Pet Nutrition, Accessories and Veterinary Care Georgia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&amp; Friends — Premium Pet Nutrition, Accessories and Veterinary Care Georgia 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&amp; Friends — Premium Pet Nutrition, Accessories and Veterinary Care Georgia 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&amp; Friends — Premium Pet Nutrition, Accessories and Veterinary Care Georgia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&amp; Friends — Premium Pet Nutrition, Accessories and Veterinary Care Georgia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3.3%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2.0 pp above JEWELRY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2.0 pp above JEWELRY benchmark.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&amp; Friends — Premium Pet Nutrition, Accessories and Veterinary Care Georgia Business Review</dc:title>
  <dc:subject>PetFood &amp; Friends — Premium Pet Nutrition, Accessories and Veterinary Care Georgia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