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44.099219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26.100495113038185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7.328984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0.0423728813559322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0.09307372858365158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209958471587470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0.7680575183901777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0.1242603550295858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615384615384615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0.05215866754328293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78062678062678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7.597084402171946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0.09501828013851421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8762097228235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0.0556379821958457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8762097228235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0.7194168804343892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0.03730473761540187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8762097228235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37.340784</c:v>
                </c:pt>
                <c:pt idx="3">
                  <c:v>564.259904</c:v>
                </c:pt>
                <c:pt idx="4">
                  <c:v>670.041195</c:v>
                </c:pt>
                <c:pt idx="5">
                  <c:v>211.47172999999998</c:v>
                </c:pt>
                <c:pt idx="6">
                  <c:v>0.0</c:v>
                </c:pt>
                <c:pt idx="7">
                  <c:v>174.22885</c:v>
                </c:pt>
                <c:pt idx="8">
                  <c:v>0.0</c:v>
                </c:pt>
                <c:pt idx="9">
                  <c:v>0.0</c:v>
                </c:pt>
                <c:pt idx="10">
                  <c:v>25.647776</c:v>
                </c:pt>
                <c:pt idx="11">
                  <c:v>220.496095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7.0</c:v>
                </c:pt>
                <c:pt idx="4">
                  <c:v>4.0</c:v>
                </c:pt>
                <c:pt idx="5">
                  <c:v>4.0</c:v>
                </c:pt>
                <c:pt idx="6">
                  <c:v>0.0</c:v>
                </c:pt>
                <c:pt idx="7">
                  <c:v>3.0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188.0</c:v>
                </c:pt>
                <c:pt idx="5">
                  <c:v>253.0</c:v>
                </c:pt>
                <c:pt idx="6">
                  <c:v>229.0</c:v>
                </c:pt>
                <c:pt idx="7">
                  <c:v>151.0</c:v>
                </c:pt>
                <c:pt idx="8">
                  <c:v>116.0</c:v>
                </c:pt>
                <c:pt idx="9">
                  <c:v>146.0</c:v>
                </c:pt>
                <c:pt idx="10">
                  <c:v>122.0</c:v>
                </c:pt>
                <c:pt idx="11">
                  <c:v>118.0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4">
                  <c:v>0.015957446808510637</c:v>
                </c:pt>
                <c:pt idx="5">
                  <c:v>0.015810276679841896</c:v>
                </c:pt>
                <c:pt idx="6">
                  <c:v>0.0</c:v>
                </c:pt>
                <c:pt idx="7">
                  <c:v>0.026490066225165563</c:v>
                </c:pt>
                <c:pt idx="8">
                  <c:v>0.0</c:v>
                </c:pt>
                <c:pt idx="9">
                  <c:v>0.0</c:v>
                </c:pt>
                <c:pt idx="10">
                  <c:v>0.00819672131147541</c:v>
                </c:pt>
                <c:pt idx="11">
                  <c:v>0.0423728813559322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0.1242603550295858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615384615384615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0.05215866754328293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78062678062678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"MONITOR", "Action Reason": "", "Supporting Rule Matches": [], "Primary Action KPI": "CVR", "Likely Operational Driver": "Assortment / pricing / content / discoverability / funnel quality: investigate",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BEAUTY_PERSONAL_CARE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BEAUTY_PERSONAL_CARE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€111,423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9.5%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4,269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5.6%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€26.10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3.7%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0.2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1303270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763130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+3.7%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511671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9.5%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0.2 pp to 9.3%.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BEAUTY_PERSONAL_CARE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BEAUTY_PERSONAL_CARE GMV changed +54.0%, while orders changed +31.6%.</a:t>
            </a:r>
          </a:p>
        </p:txBody>
      </p:sp>
      <p:pic>
        <p:nvPicPr>
          <p:cNvPr id="8" name="Picture 7" descr="sbu_beauty_personal_c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BEAUTY_PERSONAL_CARE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BEAUTY_PERSONAL_CARE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€26.10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69.0% better than BEAUTY_PERSONAL_CARE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5.1 pp worse than BEAUTY_PERSONAL_CARE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76.8%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22.1 pp better than BEAUTY_PERSONAL_CARE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12.4 pp better than BEAUTY_PERSONAL_CARE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5.2 pp better than BEAUTY_PERSONAL_CARE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BEAUTY_PERSONAL_CARE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BEAUTY_PERSONAL_CARE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+750.2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+394.4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+68.2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BEAUTY_PERSONAL_CARE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BEAUTY_PERSONAL_CARE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BEAUTY_PERSONAL_CARE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0.17 pp of BEAUTY_PERSONAL_CARE GMV share vs previous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BEAUTY_PERSONAL_CARE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12.4 pp better than BEAUTY_PERSONAL_CARE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5.2 pp better than BEAUTY_PERSONAL_CARE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12.4%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5.2%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9.3%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-5.1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46089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-12.4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5.2%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-5.2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17.39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7.90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1.37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78" name="Picture 77" descr="diagnostic_eaea268ccd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Assortment / pricing / content / discoverability / funnel quality: investigate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assortment, pricing, content and discoverability, then investigate the conversion journey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Improve conversion against the SBU benchmark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MONITOR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BEAUTY_PERSONAL_CARE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69.0% better than BEAUTY_PERSONAL_CARE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5.1 pp worse than BEAUTY_PERSONAL_CARE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76.8%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22.1 pp better than BEAUTY_PERSONAL_CARE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12.4 pp better than BEAUTY_PERSONAL_CARE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5.2 pp better than BEAUTY_PERSONAL_CARE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BEAUTY_PERSONAL_CARE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+9.5%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+750.2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+394.4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+68.2 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759.7%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400.0%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3.3%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3.4 pp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5.1 pp below BEAUTY_PERSONAL_CARE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+759.7%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5.1 pp below BEAUTY_PERSONAL_CARE benchmark.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