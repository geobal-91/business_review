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2423160"/>
            <a:ext cx="7635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პეტფუდი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პეტფუდი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პეტფუდი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პეტფუდი 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პეტფუდი 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პეტფუდი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პეტფუდი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above JEWELRY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2.0 pp above JEWELRY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Business Review</dc:title>
  <dc:subject>პეტფუდი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