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78" r:id="rId30"/>
    <p:sldId id="279" r:id="rId31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19" Type="http://schemas.openxmlformats.org/officeDocument/2006/relationships/slide" Target="slides/slide13.xml"/><Relationship Id="rId20" Type="http://schemas.openxmlformats.org/officeDocument/2006/relationships/slide" Target="slides/slide24.xml"/><Relationship Id="rId21" Type="http://schemas.openxmlformats.org/officeDocument/2006/relationships/slide" Target="slides/slide23.xml"/><Relationship Id="rId22" Type="http://schemas.openxmlformats.org/officeDocument/2006/relationships/slide" Target="slides/slide22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211.47173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GMV (€)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Orders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0.01595744680851064</c:v>
                </c:pt>
                <c:pt idx="5">
                  <c:v>0.0158102766798419</c:v>
                </c:pt>
                <c:pt idx="6">
                  <c:v>0.0</c:v>
                </c:pt>
                <c:pt idx="7">
                  <c:v>0.02649006622516556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title>
          <c:tx>
            <c:rich>
              <a:bodyPr/>
              <a:lstStyle/>
              <a:p>
                <a:r>
                  <a:t>Partner Sessions</a:t>
                </a:r>
              </a:p>
            </c:rich>
          </c:tx>
          <c:layout/>
          <c:overlay val="0"/>
        </c:title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title>
          <c:tx>
            <c:rich>
              <a:bodyPr/>
              <a:lstStyle/>
              <a:p>
                <a:r>
                  <a:t>Partner CVR</a:t>
                </a:r>
              </a:p>
            </c:rich>
          </c:tx>
          <c:layout/>
          <c:overlay val="0"/>
        </c:title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11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CC3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07969"/>
            <a:ext cx="2331720" cy="7648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8485632" y="256032"/>
            <a:ext cx="22860" cy="841248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rtner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8479" y="274320"/>
            <a:ext cx="2509024" cy="822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14884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Partner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9718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September 2025 – August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4290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428232"/>
            <a:ext cx="10515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V9_Beta2</a:t>
            </a:r>
          </a:p>
        </p:txBody>
      </p:sp>
      <p:sp>
        <p:nvSpPr>
          <p:cNvPr id="9" name="Presentation Partner Name"/>
          <p:cNvSpPr txBox="1"/>
          <p:nvPr/>
        </p:nvSpPr>
        <p:spPr>
          <a:xfrm>
            <a:off x="749808" y="4114800"/>
            <a:ext cx="10515600" cy="150876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defRPr sz="2400" b="1">
                <a:solidFill>
                  <a:srgbClr val="232323"/>
                </a:solidFill>
                <a:latin typeface="Montserrat"/>
              </a:defRPr>
            </a:pPr>
            <a:r>
              <a:t>PetFood &amp; Friends — Premium Pet Nutrition, Accessories and Veterinary Care Georgia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694944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Agree owners and dates for the selected V2.1 ACTION stores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3182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Primary KPI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31920" y="1371600"/>
            <a:ext cx="59253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Recommended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59" y="1371600"/>
            <a:ext cx="144475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Owner / deadline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999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Store /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9039" y="1371600"/>
            <a:ext cx="3639311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371600"/>
            <a:ext cx="39136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Review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232323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Business Review · V9_Beta2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00A082"/>
                </a:solidFill>
                <a:latin typeface="Montserrat"/>
              </a:defRPr>
            </a:pPr>
            <a:r>
              <a:t>Let’s turn the agreed actions into measurable progress.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Partner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73352"/>
          <a:ext cx="10789920" cy="2084831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78808"/>
          <a:ext cx="10789920" cy="2084831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PetFood &amp; Friends — Premium Pet Nutrition, Accessories and Veterinary Care Georgia — Partner Business Review</dc:title>
  <dc:subject>PetFood &amp; Friends — Premium Pet Nutrition, Accessories and Veterinary Care Georgia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