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0" r:id="rId32"/>
    <p:sldId id="281" r:id="rId33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6.xml"/><Relationship Id="rId21" Type="http://schemas.openxmlformats.org/officeDocument/2006/relationships/slide" Target="slides/slide25.xml"/><Relationship Id="rId22" Type="http://schemas.openxmlformats.org/officeDocument/2006/relationships/slide" Target="slides/slide24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PNA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96896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9" y="2596896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58768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5876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9704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9704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