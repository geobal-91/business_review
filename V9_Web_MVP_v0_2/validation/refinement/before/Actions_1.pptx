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0.1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0.14 pp of PETS GMV share vs previous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€4,000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22494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761488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31638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368503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4471416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selected of 1 ACTION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1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3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PNA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196596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96596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9992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 / Critical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27832"/>
            <a:ext cx="36393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27832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