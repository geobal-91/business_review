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293" r:id="rId45"/>
    <p:sldId id="294" r:id="rId46"/>
    <p:sldId id="295" r:id="rId47"/>
    <p:sldId id="296" r:id="rId48"/>
    <p:sldId id="297" r:id="rId49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2" Type="http://schemas.openxmlformats.org/officeDocument/2006/relationships/slide" Target="slides/slide41.xml"/><Relationship Id="rId23" Type="http://schemas.openxmlformats.org/officeDocument/2006/relationships/slide" Target="slides/slide40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3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4.xml"/><Relationship Id="rId45" Type="http://schemas.openxmlformats.org/officeDocument/2006/relationships/slide" Target="slides/slide15.xml"/><Relationship Id="rId46" Type="http://schemas.openxmlformats.org/officeDocument/2006/relationships/slide" Target="slides/slide16.xml"/><Relationship Id="rId47" Type="http://schemas.openxmlformats.org/officeDocument/2006/relationships/slide" Target="slides/slide17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0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1.xml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0.xml"/><Relationship Id="rId9" Type="http://schemas.openxmlformats.org/officeDocument/2006/relationships/slide" Target="slide37.xml"/><Relationship Id="rId10" Type="http://schemas.openxmlformats.org/officeDocument/2006/relationships/slide" Target="slide3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PNA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96896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9" y="2596896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 / PNA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27832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9" y="3227832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 / PNA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58768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9" y="3858768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 / PNA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489704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4489704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 / PNA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 / 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 / 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58768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58768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9704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89704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Critical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Critical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 / Critical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 / Critical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58768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58768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 / Critical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9704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89704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 / Critical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 / Critical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 / Critical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 / Critical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58768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58768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 / Critical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9704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89704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 / Critical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 / Critical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 / Critical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 / Critical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58768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58768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 / Critical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9704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89704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 / Availability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