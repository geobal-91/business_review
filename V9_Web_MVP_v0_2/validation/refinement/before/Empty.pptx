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78" r:id="rId30"/>
    <p:sldId id="279" r:id="rId31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24.xml"/><Relationship Id="rId21" Type="http://schemas.openxmlformats.org/officeDocument/2006/relationships/slide" Target="slides/slide23.xml"/><Relationship Id="rId22" Type="http://schemas.openxmlformats.org/officeDocument/2006/relationships/slide" Target="slides/slide22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#,##0</c:formatCode>
                <c:ptCount val="1"/>
                <c:pt idx="0">
                  <c:v>400.0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1000.0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0.0%</c:formatCode>
                <c:ptCount val="1"/>
                <c:pt idx="0">
                  <c:v>0.4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3.0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86668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93% · n=410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17552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183881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13.6 pp above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13.6 pp above PETS benchmark.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