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83" r:id="rId18"/>
    <p:sldId id="273" r:id="rId24"/>
    <p:sldId id="284" r:id="rId16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Relationship Id="rId3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4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91088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empty state"/>
          <p:cNvSpPr txBox="1"/>
          <p:nvPr/>
        </p:nvSpPr>
        <p:spPr>
          <a:xfrm>
            <a:off x="86868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No selected Priority Actions</a:t>
            </a:r>
          </a:p>
        </p:txBody>
      </p:sp>
      <p:sp>
        <p:nvSpPr>
          <p:cNvPr id="7" name="Action empty note"/>
          <p:cNvSpPr txBox="1"/>
          <p:nvPr/>
        </p:nvSpPr>
        <p:spPr>
          <a:xfrm>
            <a:off x="868680" y="24231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Review operational/data observations and Appendix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10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