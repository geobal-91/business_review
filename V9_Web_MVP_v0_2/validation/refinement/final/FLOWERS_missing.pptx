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0" r:id="rId32"/>
    <p:sldId id="285" r:id="rId18"/>
    <p:sldId id="273" r:id="rId24"/>
    <p:sldId id="274" r:id="rId25"/>
    <p:sldId id="286" r:id="rId16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6" Type="http://schemas.openxmlformats.org/officeDocument/2006/relationships/slide" Target="slides/slide23.xml"/><Relationship Id="rId17" Type="http://schemas.openxmlformats.org/officeDocument/2006/relationships/slide" Target="slides/slide10.xml"/><Relationship Id="rId18" Type="http://schemas.openxmlformats.org/officeDocument/2006/relationships/slide" Target="slides/slide22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Relationship Id="rId32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9.853658536585366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40.43541788722749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56604325339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0.2058252427184466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0.039466666666666664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7572815533980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0.6195671753333872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775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-0.14700848400636213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-0.09925293489861264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-0.053017712694266916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2020.0</c:v>
                </c:pt>
                <c:pt idx="2">
                  <c:v>2020.0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205.0</c:v>
                </c:pt>
                <c:pt idx="2">
                  <c:v>205.0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1030.0</c:v>
                </c:pt>
                <c:pt idx="2">
                  <c:v>1030.0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0.2058252427184466</c:v>
                </c:pt>
                <c:pt idx="2">
                  <c:v>0.2058252427184466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["COMPLETE", "HYGIENE_REVIEW"]}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June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FLOWERS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€34,127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14.7%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9.9%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5.3%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0.2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16368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1361353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72719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14.7%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basket size declined vs previous month.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0.2 pp to 3.9%.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FLOWERS GMV changed +7.5%, while orders changed +9.3%.</a:t>
            </a:r>
          </a:p>
        </p:txBody>
      </p:sp>
      <p:pic>
        <p:nvPicPr>
          <p:cNvPr id="8" name="Picture 7" descr="sbu_flow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 FLOWERS uptime is opening-hours hygiene, excluded from business Priority.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Growth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Growth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Share of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FLOWERS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FLOWERS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ყვავილების სახლი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16.6 pp above FLOWERS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16.6 pp above FLOWERS benchmark.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FLOWERS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27.5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Observed Uptime is treated as opening-hours configuration hygiene and does not increase business priority. Lower is better for PNA and Cancels. Uptime coverage: 2/2 operating stores. Missing current store records: 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Growth Potential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Opening-hours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€2,020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 FLOWERS: hygiene only; excluded from business Priority.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2 · Present 0 · Missing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A, Rustaveli Avenue 15 | Pet supplies branch E,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5734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-5.9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30152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6584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-7.8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-8.4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-55.0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Uptime 40.0% · uptime observation (hygiene only)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19" name="Review 0 location"/>
          <p:cNvSpPr txBox="1"/>
          <p:nvPr/>
        </p:nvSpPr>
        <p:spPr>
          <a:xfrm>
            <a:off x="813816" y="291693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2523744"/>
            <a:ext cx="1380744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type"/>
          <p:cNvSpPr txBox="1"/>
          <p:nvPr/>
        </p:nvSpPr>
        <p:spPr>
          <a:xfrm>
            <a:off x="4087368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2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3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27" name="Review 1 location"/>
          <p:cNvSpPr txBox="1"/>
          <p:nvPr/>
        </p:nvSpPr>
        <p:spPr>
          <a:xfrm>
            <a:off x="813816" y="389534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Opening-hours hygiene</a:t>
            </a:r>
          </a:p>
        </p:txBody>
      </p:sp>
      <p:sp>
        <p:nvSpPr>
          <p:cNvPr id="30" name="Review 1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Observed uptime 40.0%; verify configured opening hours</a:t>
            </a:r>
          </a:p>
        </p:txBody>
      </p:sp>
      <p:sp>
        <p:nvSpPr>
          <p:cNvPr id="31" name="Review 1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Verify and correct configured store opening hours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10991088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empty state"/>
          <p:cNvSpPr txBox="1"/>
          <p:nvPr/>
        </p:nvSpPr>
        <p:spPr>
          <a:xfrm>
            <a:off x="86868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No selected Priority Actions</a:t>
            </a:r>
          </a:p>
        </p:txBody>
      </p:sp>
      <p:sp>
        <p:nvSpPr>
          <p:cNvPr id="7" name="Action empty note"/>
          <p:cNvSpPr txBox="1"/>
          <p:nvPr/>
        </p:nvSpPr>
        <p:spPr>
          <a:xfrm>
            <a:off x="868680" y="24231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Review operational/data observations and Appendix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1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ყვავილების სახლი Business Review</dc:title>
  <dc:subject>ყვავილების სახლი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