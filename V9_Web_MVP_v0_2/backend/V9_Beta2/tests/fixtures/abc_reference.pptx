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8" r:id="rId30"/>
    <p:sldId id="279" r:id="rId31"/>
    <p:sldId id="280" r:id="rId3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"CVR", "Likely Operational Driver": "Assortment / pricing / content / discoverability / funnel quality: investigate",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["NO_ACTIVITY"]}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PHARMACY_OTC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 Beta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PHARMACY_OTC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€615,937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2.2%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37,972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2.7%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2.1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+2.2%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307967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-0.5%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0972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+2.7%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373337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2.2%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2.1 pp to 20.5%.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PHARMACY_OTC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PHARMACY_OTC GMV changed +37.3%, while orders changed +12.4%.</a:t>
            </a:r>
          </a:p>
        </p:txBody>
      </p:sp>
      <p:pic>
        <p:nvPicPr>
          <p:cNvPr id="8" name="Picture 7" descr="sbu_pharmacy_o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PHARMACY_OTC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PHARMACY_OTC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€30.88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90.4% better than PHARMACY_OTC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10.8 pp worse than PHARMACY_OTC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7.1 pp better than PHARMACY_OTC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3.5 pp better than PHARMACY_OTC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0.6 pp better than PHARMACY_OTC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PHARMACY_OTC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PHARMACY_OTC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+31.5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+20.3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+11.7%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+8.9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PHARMACY_OTC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PHARMACY_OTC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PHARMACY_OTC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0.4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0.43 pp of PHARMACY_OTC GMV share vs previous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€11,211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33.8% vs prev.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19.8% vs prev.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€30.88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11.7% vs prev.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90.4% better than PHARMACY_OTC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2.5 pp vs prev.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10.8 pp worse than PHARMACY_OTC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GMV changed +33.8% vs previous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9592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 during the month.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628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10.8 pp worse than the selected PHARMACY_OTC benchmark (August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tner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Order volume and average basket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th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Conversion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CVR vs PHARMACY_OTC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vers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PHARMACY_OTC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0.8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3.6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▼ 0.9 pp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3.5 pp better than PHARMACY_OTC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▼ 0.7 pp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0.6 pp better than PHARMACY_OTC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Performance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Commercial position is separate from operational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6720840" cy="455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950208" cy="464515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57276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Store legend</a:t>
            </a:r>
          </a:p>
        </p:txBody>
      </p:sp>
      <p:sp>
        <p:nvSpPr>
          <p:cNvPr id="8" name="Store color: address:chabua amirejibi highway 1 0179 tbilisi t'bilisi georgia"/>
          <p:cNvSpPr/>
          <p:nvPr/>
        </p:nvSpPr>
        <p:spPr>
          <a:xfrm>
            <a:off x="7818120" y="1970532"/>
            <a:ext cx="118872" cy="118872"/>
          </a:xfrm>
          <a:prstGeom prst="ellipse">
            <a:avLst/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ore legend: address:chabua amirejibi highway 1 0179 tbilisi t'bilisi georgia"/>
          <p:cNvSpPr txBox="1"/>
          <p:nvPr/>
        </p:nvSpPr>
        <p:spPr>
          <a:xfrm>
            <a:off x="8065008" y="1938528"/>
            <a:ext cx="331927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91656"/>
            <a:ext cx="10698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Positioning uses GMV and conversion; opportunity ranking uses the assessed KPI gaps and exposure.</a:t>
            </a:r>
          </a:p>
        </p:txBody>
      </p:sp>
      <p:sp>
        <p:nvSpPr>
          <p:cNvPr id="11" name="Matrix cohort note"/>
          <p:cNvSpPr txBox="1"/>
          <p:nvPr/>
        </p:nvSpPr>
        <p:spPr>
          <a:xfrm>
            <a:off x="731520" y="6117336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store plotted · 1 No Activity store reviewed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€11,211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Varketili-3 II micro-district 3 0011 Tbilisi Tbilisi Georgia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€11,211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Varketili-3 II micro-district 3 0011 Tbilisi Tbilisi Georgia / Activity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month; no observed operating history—verify 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listing status and investigate absent demand or order activity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 Beta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€11,211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3,796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374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-10.8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48036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-3.5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5727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1.9%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-0.6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75175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+3.6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28079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34.23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99.56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34.09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n=3,796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205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n=374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7437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97% · n=374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3461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a7b5edd831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Varketili-3 II micro-district 3 0011 Tbilisi Tbilisi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month; no observed operating history—verify activation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store activity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MAIN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address:chabua amirejibi highway 1 0179 tbilisi t'bilisi georgia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#1 · Chabua Amirejibi Highway 1 0179 Tbilisi T'bilisi Georgia</a:t>
            </a:r>
          </a:p>
        </p:txBody>
      </p:sp>
      <p:sp>
        <p:nvSpPr>
          <p:cNvPr id="8" name="V2.1 action field 0: address:chabua amirejibi highway 1 0179 tbilisi t'bilisi georgia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34.09 · Primary Action KPI: CVR</a:t>
            </a:r>
          </a:p>
        </p:txBody>
      </p:sp>
      <p:sp>
        <p:nvSpPr>
          <p:cNvPr id="9" name="V2.1 action field 1: address:chabua amirejibi highway 1 0179 tbilisi t'bilisi georgia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address:chabua amirejibi highway 1 0179 tbilisi t'bilisi georgia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CVR 9.7% vs SBU 20.5%</a:t>
            </a:r>
          </a:p>
        </p:txBody>
      </p:sp>
      <p:sp>
        <p:nvSpPr>
          <p:cNvPr id="11" name="V2.1 action field 3: address:chabua amirejibi highway 1 0179 tbilisi t'bilisi georgia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12" name="V2.1 action field 4: address:chabua amirejibi highway 1 0179 tbilisi t'bilisi georgia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3" name="V2.1 action field 5: address:chabua amirejibi highway 1 0179 tbilisi t'bilisi georgia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34.09 · Lowest 34.09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0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 / CVR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V9_Beta1_1</cp:version>
</cp:coreProperties>
</file>