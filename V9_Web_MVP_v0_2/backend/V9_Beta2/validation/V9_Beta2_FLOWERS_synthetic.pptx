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"PNA", "Likely Operational Driver": "Product availability; verify the sample before causal attribution", "Operational/Data State": ["COMPLETE", "HYGIENE_REVIEW"]}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FLOWERS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€34,127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14.7%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9.9%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5.3%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1636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36135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72719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14.7%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0.2 pp to 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FLOWERS GMV changed +7.5%, while orders changed +9.3%.</a:t>
            </a:r>
          </a:p>
        </p:txBody>
      </p:sp>
      <p:pic>
        <p:nvPicPr>
          <p:cNvPr id="8" name="Picture 7" descr="sbu_flo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75.3% worse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16.1 pp better than FLOWERS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52.0 pp worse than FLOWERS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0.2 pp worse than FLOWERS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5.9 pp better than FLOWERS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FLOWERS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FLOWERS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75.3% worse than FLOWERS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16.1 pp better than FLOWERS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CVR is 16.1 pp better than the selected FLOWERS benchmark (August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tner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Order volume and average basket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th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Conversion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CVR vs FLOWERS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versio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FLOWERS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85.0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0.2 pp worse than FLOWERS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5.9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Observed Uptime is treated as opening-hours configuration hygiene and does not increase business priority. Lower is better for PNA and Cancels. Uptime coverage: 1/1 operating store. Missing current store records: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Performance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Commercial position is separate from operational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320"/>
            <a:ext cx="6720840" cy="45537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3950208" cy="464515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57276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Store legend</a:t>
            </a:r>
          </a:p>
        </p:txBody>
      </p:sp>
      <p:sp>
        <p:nvSpPr>
          <p:cNvPr id="8" name="Store color: A"/>
          <p:cNvSpPr/>
          <p:nvPr/>
        </p:nvSpPr>
        <p:spPr>
          <a:xfrm>
            <a:off x="7818120" y="1970532"/>
            <a:ext cx="118872" cy="118872"/>
          </a:xfrm>
          <a:prstGeom prst="ellipse">
            <a:avLst/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ore legend: A"/>
          <p:cNvSpPr txBox="1"/>
          <p:nvPr/>
        </p:nvSpPr>
        <p:spPr>
          <a:xfrm>
            <a:off x="8065008" y="1938528"/>
            <a:ext cx="331927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91656"/>
            <a:ext cx="10698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Positioning uses GMV and conversion; opportunity ranking uses the assessed KPI gaps and exposure.</a:t>
            </a:r>
          </a:p>
        </p:txBody>
      </p:sp>
      <p:sp>
        <p:nvSpPr>
          <p:cNvPr id="11" name="Matrix cohort note"/>
          <p:cNvSpPr txBox="1"/>
          <p:nvPr/>
        </p:nvSpPr>
        <p:spPr>
          <a:xfrm>
            <a:off x="731520" y="6117336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store plotted · 0 stores reviewed separately.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 / Opening-hours hygiene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Observed uptime 10.0%; verify configured opening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Verify and correct configured store opening hours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573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+0.2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2925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-5.9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30152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10.0%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-85.0 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0.68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2.54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224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Uptime 10.0% · uptime observation (hygiene only)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Product availability; verify the sample before causal attribution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 FLOWERS: hygiene only; excluded from business Priority.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