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7" r:id="rId29"/>
    <p:sldId id="278" r:id="rId30"/>
    <p:sldId id="279" r:id="rId31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"MONITOR", "Action Reason": "", "Supporting Rule Matches": [], "Primary Action KPI": "CVR", "Likely Operational Driver": "Assortment / pricing / content / discoverability / funnel quality: investigate",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Partner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SUPERMARKET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SUPERMARKET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€2,890,695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4.3%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127,067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3.3%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€22.75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1.1%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1.2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-4.3%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594863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-3.3%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5522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-1.1%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144436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decreased 4.3%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basket size declined vs previous month.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declined by 1.2 pp to 23.9%.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SUPERMARKET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SUPERMARKET GMV changed +16.5%, while orders changed +8.0%.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vs SUPERMARKET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SUPERMARKET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€22.75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56.0% worse than SUPERMARKET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23.9%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3.9 pp worse than SUPERMARKET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83.3%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11.7 pp better than SUPERMARKET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8.0%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25.9%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17.9 pp better than SUPERMARKET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0.1 pp worse than SUPERMARKET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vs SUPERMARKET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SUPERMARKET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-4.3%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-3.3%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Share of SUPERMARKET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SUPERMARKET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SUPERMARKET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€10.00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56.0% worse than SUPERMARKET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3.9 pp worse than SUPERMARKET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42900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• Partner CVR is 3.9 pp worse than the selected SUPERMARKET benchmark (August 2026).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Performance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rtner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Order volume and average basket 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owth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Conversion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CVR vs SUPERMARKET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version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SUPERMARKET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In line with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17.9 pp better than SUPERMARKET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0.1 pp worse than SUPERMARKET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4747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8404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Store Performance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Commercial position is separate from operational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r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417320"/>
            <a:ext cx="6720840" cy="45537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417320"/>
            <a:ext cx="3950208" cy="464515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1" y="1572768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Store legend</a:t>
            </a:r>
          </a:p>
        </p:txBody>
      </p:sp>
      <p:sp>
        <p:nvSpPr>
          <p:cNvPr id="8" name="Store color: A"/>
          <p:cNvSpPr/>
          <p:nvPr/>
        </p:nvSpPr>
        <p:spPr>
          <a:xfrm>
            <a:off x="7818120" y="1970532"/>
            <a:ext cx="118872" cy="118872"/>
          </a:xfrm>
          <a:prstGeom prst="ellipse">
            <a:avLst/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ore legend: A"/>
          <p:cNvSpPr txBox="1"/>
          <p:nvPr/>
        </p:nvSpPr>
        <p:spPr>
          <a:xfrm>
            <a:off x="8065008" y="1938528"/>
            <a:ext cx="331927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91656"/>
            <a:ext cx="106984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Positioning uses GMV and conversion; opportunity ranking uses the assessed KPI gaps and exposure.</a:t>
            </a:r>
          </a:p>
        </p:txBody>
      </p:sp>
      <p:sp>
        <p:nvSpPr>
          <p:cNvPr id="11" name="Matrix cohort note"/>
          <p:cNvSpPr txBox="1"/>
          <p:nvPr/>
        </p:nvSpPr>
        <p:spPr>
          <a:xfrm>
            <a:off x="731520" y="6117336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1 store plotted · 0 stores reviewed separately.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Watch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€2,000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84844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8.0%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25.9%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-17.9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31297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+0.1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0429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At Target · +0.0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8.67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45.16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3.92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93% · n=400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752245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3772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Assortment / pricing / content / discoverability / funnel quality: investigate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assortment, pricing, content and discoverability, then investigate the conversion journey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Improve conversion against the SBU benchmark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MONITOR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owners and dates for the selected V2.1 ACTION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Primary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9" y="1371600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Owner /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